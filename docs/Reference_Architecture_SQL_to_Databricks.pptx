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Reference Architecture  --  SQL Server to Databricks Unity Catalog  |  Metadata-Driven Medallion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1463040" cy="32004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Azure SQL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87552"/>
            <a:ext cx="146304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HR Database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-------------------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DimDepartment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DimEmployee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DimJobRole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DimLocation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91640" y="1143000"/>
            <a:ext cx="16459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1837944" y="108813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640080"/>
            <a:ext cx="1691640" cy="32004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Flask AI Workflow Mgr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987552"/>
            <a:ext cx="1691640" cy="8686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 pipeline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 to PySpark (AI)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gen &amp; deploy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Databricks job submit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Background run polling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Self-healing recovery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1143000"/>
            <a:ext cx="164591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849623" y="108813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822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594360"/>
            <a:ext cx="8001000" cy="3017520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6217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E21"/>
                </a:solidFill>
              </a:rPr>
              <a:t>Databricks Unity Catalog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dev_volumes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79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UC Volumes (Landing)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79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/Volumes/dev_volumes/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hr/landing/{table}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Format: Parquet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39" y="1444752"/>
            <a:ext cx="73152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5861303" y="1389888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1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Bronze (Raw + Audit)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1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__src_file, __load_ts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__batch_id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80959" y="1444752"/>
            <a:ext cx="73152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735823" y="1389888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3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3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Silver (Cleansed)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3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Dedup + null handling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Type cast + DQ checks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79" y="1444752"/>
            <a:ext cx="73152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610343" y="1389888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3835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333333"/>
                </a:solidFill>
              </a:rPr>
              <a:t>gold (future)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5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 (Business KPIs)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5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Aggregated datasets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BI-ready views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799" y="1965960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Metadata Delta Tables  (Unity Catalog)  +  Reconciliation &amp; Logging Catalogs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799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31673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8547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5421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82296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9170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reconciliation.*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16044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loggingdetails.*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799" y="2560320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Auto-Generated Metadata Notebooks  (Standard PySpark + DLT Mode)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799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00_Orchestrator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799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Chains all stages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Breaks on FAILED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or Spark mode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11139.0" y="3063240"/>
            <a:ext cx="0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5292851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20867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01_Extract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20867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JDBC to Azure SQL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Watermark filtering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Parquet → Volumes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617207.0" y="3063240"/>
            <a:ext cx="0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6598919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726935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02_Bronze / DLT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26935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Landing →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cols + DQ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Auto Loader opt.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923275.0" y="3063240"/>
            <a:ext cx="0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7904987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33003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03_Silver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33003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Bronze → Silver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Dedup + cleanse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7-check DQ scoring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229343.0" y="3063240"/>
            <a:ext cx="0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9211055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39071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04_Reconciliation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39071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Source vs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SUM per num col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PASS/WARN/FAIL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535411.0" y="3063240"/>
            <a:ext cx="0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10517123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645139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05_ExecutionLog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45139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trail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Per-job results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Logging catalog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2880" y="3794760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Deploy Infrastructure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82880" y="4096512"/>
            <a:ext cx="1783080" cy="7772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AutoInfraCreation (Azure SDK)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1. Storage Acct + ADLS Gen2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2. Access Connector + RBAC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3. Storage Credential (UC)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4. External Locations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5. Catalogs + MANAGED LOC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6. UC Volumes (landing)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2880" y="4983480"/>
            <a:ext cx="850392" cy="2286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AI SP Converter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82880" y="5239512"/>
            <a:ext cx="850392" cy="320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OpenAI/Gemini/Claude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SP → PySpark code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15568" y="4983480"/>
            <a:ext cx="850392" cy="2286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Stages &amp; Rerun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5568" y="5239512"/>
            <a:ext cx="850392" cy="32004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DLT(2)/Spark(3) stages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Per-job rerun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4028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4028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PAT tokens for API auth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Encrypted JDBC (TLS)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UC RBAC per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MANAGED LOCATION per catalog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Reconciliation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Execution logging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deployconfig.json driven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0372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0372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Per-stage rerun on fail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Self-healing bot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7-check DQ scoring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Incremental watermarks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23544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3544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Metadata-driven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+ Standard PySpark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Multi-catalog arch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Extensible to Gold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82880" y="4800600"/>
            <a:ext cx="502920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2880" y="505663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Azure SQL Server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920240" y="505663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HR source database (5 dimension tables)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2880" y="525780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Python / Flask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920240" y="525780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Web UI: pipeline config, deploy, monitor, rerun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82880" y="5458968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Databricks REST API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20240" y="5458968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Job submit + polling + notebook deploy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82880" y="566013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UC Volumes + Delta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920240" y="5660136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Landing (Parquet) → Bronze/Silver (Delta)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82880" y="5861304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Delta Live Tables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920240" y="5861304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Optional DLT mode: Auto Loader + expectations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2880" y="606247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Reconciliation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920240" y="606247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Source vs Bronze aggregate validation per column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82880" y="626364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deployconfig.json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920240" y="626364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Auto-loads catalogs, locations, storage config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0" y="4800600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623560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400800" y="5349240"/>
            <a:ext cx="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5400000">
            <a:off x="6382512" y="529437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510528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287768" y="5349240"/>
            <a:ext cx="0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5400000">
            <a:off x="7269480" y="529437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397496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UC Volumes
Landing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8174736" y="5349240"/>
            <a:ext cx="0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5400000">
            <a:off x="8156448" y="5294376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284464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061704" y="5349240"/>
            <a:ext cx="0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Isosceles Triangle 103"/>
          <p:cNvSpPr/>
          <p:nvPr/>
        </p:nvSpPr>
        <p:spPr>
          <a:xfrm rot="5400000">
            <a:off x="9043416" y="5294376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171432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Recon
Validation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948672" y="5349240"/>
            <a:ext cx="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5400000">
            <a:off x="9930384" y="5294376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0058400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0835640" y="5349240"/>
            <a:ext cx="0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5400000">
            <a:off x="10817352" y="5294376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0945368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Exec
Log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0" y="5669280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23560" y="592531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Gold Layer: aggregated KPIs for BI dashboards (Power BI / Tableau)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23560" y="610819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Secret Mgmt: Databricks Secrets / Azure Key Vault (replace PAT tokens)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23560" y="629107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CI/CD: Azure DevOps / GitHub Actions for notebook deploy &amp; pipeline promotion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23560" y="647395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Incremental Refresh: CDC-based streaming with Auto Loader / Change Data Feed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23560" y="665683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Monitoring: Azure Monitor + Databricks SQL Alerts + DQ dashboard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AI Workflow Manager  |  Metadata-Driven Medallion  |  Reconciliation + Execution Logging  |  DLT + PySpark  |  Per-Stage Rerun  |  deployconfig.json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What's New  —  Features Added Since Initial Release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3840480" cy="2743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🚀 Major New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87552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1. Deploy Infrastructure  (AutoInfraCreation)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261872"/>
            <a:ext cx="384048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Fully automated Azure + Unity Catalog setup via Azure Python SDK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1: ADLS Gen2 Storage Account + Container + Folders (HNS enabled)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2: Access Connector for Databricks (Managed Identity)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3: RBAC — Storage Blob Data Contributor role assignment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4: Unity Catalog Storage Credential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5: External Locations (landing + managed root)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6: Catalogs with MANAGED LOCATION (dev_volumes, bronze, 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7: UC Volumes for landing zone (Parquet staging)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19456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2. Reconciliation &amp; Execution Logging Notebooks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2468880"/>
            <a:ext cx="3840480" cy="64008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04_Meta_Reconciliation — Source vs Bronze aggregate validation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Identifies all numeric columns via INFORMATION_SCHEMA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Computes SUM per column (JDBC + Delta) → PASS / WARN / FAIL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Saves to dedicated reconciliation catalog + Delta table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05_Meta_ExecutionLog — Full audit trail per pipeline run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Per-job results saved to loggingdetails.hr.ExecutionLog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3172968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FF3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3. Delta Live Tables (DLT) Pipeline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3447288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New pipeline_mode: 'dlt' alongside 'standard' PySpark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02_Meta_DLT_Pipeline — Auto Loader + DLT expectations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Orchestrator — Extract → DLT pipeline trigger (2 stages)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Standard PySpark remains 3 stages: Extract → Bronze → Silver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4014216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4. deployconfig.json — Centralized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4288536"/>
            <a:ext cx="3840480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Auto-loads catalogs, storage paths, reconciliation &amp; logging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metadata_notebooks.py reads defaults from deployconfig at import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Eliminates hardcoded values — all infra params in one JSON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40080"/>
            <a:ext cx="3840480" cy="2743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🔧 Pipeline &amp; UI Enhancements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987552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5. Per-Stage Pipeline Progress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261872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Stage progress bar with arrows in Pipeline Studio cards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mode: 2 stages (Extract → DLT Bronze+Silver)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Standard mode: 3 stages (Extract → Bronze → 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Stage-specific status icons: ✅ success / ❌ failed / ⏳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6. Per-Job Rerun on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103120"/>
            <a:ext cx="3840480" cy="4114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🔄 Rerun button on each failed stage in Pipeline Studio cards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🔄 Rerun Job button in Pipeline Logs panel per failed run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Reruns from the first failed stage forward (preserves earlier stages)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578608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7. Data Quality Framework  (Bronze + Silver)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852928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Bronze: 5 DQ checks — empty file, null-key, duplicate, schema drift, quarantine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Silver: 7 DQ checks — quarantine filter, null removal, high-null cols,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dedup, string trim, empty→NULL, row count anomaly detection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DQ Score: % of checks passed → saved to __dq_metrics Delta table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Per-row __dq_status (passed/warn) + __is_quarantined flags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511296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8. MANAGED LOCATION for CREATE CATALOG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785616"/>
            <a:ext cx="3840480" cy="32004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Fixed AnalysisException: Metastore storage root URL does not exist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recon_location / log_location threaded through entire stack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Backend → metadata_notebooks → workflow_manager → app → frontend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640080"/>
            <a:ext cx="3749039" cy="27432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🐛 Bug Fixes &amp; Improvements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987552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JDBC ORDER BY Fix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261872"/>
            <a:ext cx="3749039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Removed ORDER BY ORDINAL_POSITION from JDBC subquery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SQL Server forbids ORDER BY in derived tables without TOP/OFFSET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Reconciliation col_query no longer causes SQLServerException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737360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Multi-Catalog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011680"/>
            <a:ext cx="3749039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Volumes, Bronze, Silver catalogs must exist before pipeline run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Notebooks run CREATE SCHEMA IF NOT EXISTS (auto-creates schemas)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But CATALOG must already exist — validated in documentation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487168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Frontend → Backend Param Fixes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61488"/>
            <a:ext cx="3749039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recon_location / log_location sent in deploy &amp; run-databricks payloads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pipeline_mode sent from UI when creating pipelines (single + bulk)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stage filter added to Job Manager dropdown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303520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Before vs After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596128"/>
            <a:ext cx="1005840" cy="182880"/>
          </a:xfrm>
          <a:prstGeom prst="roundRect">
            <a:avLst>
              <a:gd name="adj" fmla="val 8000"/>
            </a:avLst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Feature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5596128"/>
            <a:ext cx="128016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C62828"/>
                </a:solidFill>
              </a:rPr>
              <a:t>Before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5596128"/>
            <a:ext cx="146304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2E7D32"/>
                </a:solidFill>
              </a:rPr>
              <a:t>After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779008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Notebooks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5779008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4 notebooks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5779008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2E7D32"/>
                </a:solidFill>
              </a:rPr>
              <a:t>6 notebooks (+Recon, +ExecLog)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5943600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Pipeline Modes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5943600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Standard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5943600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2E7D32"/>
                </a:solidFill>
              </a:rPr>
              <a:t>Standard + DLT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6108192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Stages Visible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6108192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None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0" y="6108192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2E7D32"/>
                </a:solidFill>
              </a:rPr>
              <a:t>Per-stage progress bars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6272784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Rerun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6272784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Full rerun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6272784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2E7D32"/>
                </a:solidFill>
              </a:rPr>
              <a:t>Per-job rerun from failure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6437376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Infra Setup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6437376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Manual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0" y="6437376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2E7D32"/>
                </a:solidFill>
              </a:rPr>
              <a:t>Automated (AutoInfraCreation)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6601968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Config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6601968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Hardcoded defaults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0" y="6601968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2E7D32"/>
                </a:solidFill>
              </a:rPr>
              <a:t>deployconfig.json driven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6766560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DQ Checks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35440" y="6766560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Basic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6766560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2E7D32"/>
                </a:solidFill>
              </a:rPr>
              <a:t>12 checks + DQ Score + metrics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SQL to Databricks Migration  |  What's New — All changes since initial architecture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