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8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1">
    <p:bg>
      <p:bgPr>
        <a:solidFill>
          <a:schemeClr val="tx1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erson holding a tablet&#10;&#10;AI-generated content may be incorrect.">
            <a:extLst>
              <a:ext uri="{FF2B5EF4-FFF2-40B4-BE49-F238E27FC236}">
                <a16:creationId xmlns:a16="http://schemas.microsoft.com/office/drawing/2014/main" id="{A6D7D0E2-FF0D-03CD-A6AC-B087631A7D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A black and grey logo&#10;&#10;AI-generated content may be incorrect.">
            <a:extLst>
              <a:ext uri="{FF2B5EF4-FFF2-40B4-BE49-F238E27FC236}">
                <a16:creationId xmlns:a16="http://schemas.microsoft.com/office/drawing/2014/main" id="{E9BED8C5-21D0-5E95-3E11-6796136B97A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0587" y="449687"/>
            <a:ext cx="2322551" cy="8534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685A90-3EA4-42E0-566A-4DCF384CAF44}"/>
              </a:ext>
            </a:extLst>
          </p:cNvPr>
          <p:cNvSpPr txBox="1"/>
          <p:nvPr userDrawn="1"/>
        </p:nvSpPr>
        <p:spPr>
          <a:xfrm>
            <a:off x="11480257" y="6427650"/>
            <a:ext cx="8594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8F57A718-7638-AA4D-9012-BBF5E9D5FCFE}" type="slidenum">
              <a:rPr lang="en-US" sz="1200" b="0" i="0" smtClean="0">
                <a:solidFill>
                  <a:srgbClr val="E0E0E0"/>
                </a:solidFill>
                <a:latin typeface="+mn-lt"/>
                <a:cs typeface="Verdana"/>
              </a:rPr>
              <a:t>‹#›</a:t>
            </a:fld>
            <a:endParaRPr lang="en-US" sz="1200" b="0" i="0" dirty="0" err="1">
              <a:solidFill>
                <a:srgbClr val="E0E0E0"/>
              </a:solidFill>
              <a:latin typeface="+mn-lt"/>
              <a:cs typeface="Verdana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152F7AF-244E-897D-1101-54321DAF8E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363" y="1575840"/>
            <a:ext cx="5640788" cy="1745864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algn="l">
              <a:defRPr sz="5067" b="1" i="0" spc="-173" baseline="0">
                <a:solidFill>
                  <a:srgbClr val="000000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21FA0630-F5C6-7401-D8E1-EC95BB2B9F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8363" y="3357880"/>
            <a:ext cx="5640787" cy="48125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 b="0" i="0" spc="0" baseline="0">
                <a:solidFill>
                  <a:srgbClr val="000000"/>
                </a:solidFill>
                <a:latin typeface="+mn-lt"/>
                <a:cs typeface="Verdana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Holder 6">
            <a:extLst>
              <a:ext uri="{FF2B5EF4-FFF2-40B4-BE49-F238E27FC236}">
                <a16:creationId xmlns:a16="http://schemas.microsoft.com/office/drawing/2014/main" id="{CD76FB51-A1BA-BF6E-5CC2-E90971301149}"/>
              </a:ext>
            </a:extLst>
          </p:cNvPr>
          <p:cNvSpPr txBox="1">
            <a:spLocks/>
          </p:cNvSpPr>
          <p:nvPr userDrawn="1"/>
        </p:nvSpPr>
        <p:spPr>
          <a:xfrm>
            <a:off x="319772" y="6509003"/>
            <a:ext cx="4876800" cy="164148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kern="0"/>
            </a:defPPr>
            <a:lvl1pPr algn="r">
              <a:defRPr sz="800">
                <a:solidFill>
                  <a:schemeClr val="bg1"/>
                </a:solidFill>
              </a:defRPr>
            </a:lvl1pPr>
          </a:lstStyle>
          <a:p>
            <a:pPr marL="0" marR="0" lvl="0" indent="0" algn="l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0" i="1" dirty="0">
                <a:solidFill>
                  <a:srgbClr val="8C8C8C"/>
                </a:solidFill>
                <a:effectLst/>
                <a:latin typeface="+mn-lt"/>
                <a:cs typeface="Arial" panose="020B0604020202020204" pitchFamily="34" charset="0"/>
              </a:rPr>
              <a:t>Insight Proprietary &amp; Confidential.</a:t>
            </a:r>
            <a:r>
              <a:rPr lang="en-US" sz="800" b="0" i="1" baseline="0" dirty="0">
                <a:solidFill>
                  <a:srgbClr val="8C8C8C"/>
                </a:solidFill>
                <a:effectLst/>
                <a:latin typeface="+mn-lt"/>
                <a:cs typeface="Arial" panose="020B0604020202020204" pitchFamily="34" charset="0"/>
              </a:rPr>
              <a:t> Do Not Copy or Distribute. </a:t>
            </a:r>
            <a:r>
              <a:rPr lang="en-US" sz="800" b="0" i="1" kern="1200" dirty="0">
                <a:solidFill>
                  <a:srgbClr val="8C8C8C"/>
                </a:solidFill>
                <a:latin typeface="+mn-lt"/>
                <a:ea typeface="+mn-ea"/>
                <a:cs typeface="Arial" panose="020B0604020202020204" pitchFamily="34" charset="0"/>
              </a:rPr>
              <a:t>© 2026 Insight</a:t>
            </a:r>
            <a:r>
              <a:rPr lang="en-US" sz="800" b="0" i="1" baseline="0" dirty="0">
                <a:solidFill>
                  <a:srgbClr val="8C8C8C"/>
                </a:solidFill>
                <a:effectLst/>
                <a:latin typeface="+mn-lt"/>
                <a:cs typeface="Arial" panose="020B0604020202020204" pitchFamily="34" charset="0"/>
              </a:rPr>
              <a:t>. All Rights Reserved.</a:t>
            </a:r>
            <a:endParaRPr lang="en-US" sz="800" b="0" i="1" dirty="0">
              <a:solidFill>
                <a:srgbClr val="8C8C8C"/>
              </a:solidFill>
              <a:effectLst/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5982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4E7CE-2F78-D4E9-9942-1EC2BDF057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8363" y="1575840"/>
            <a:ext cx="6143397" cy="1745864"/>
          </a:xfrm>
        </p:spPr>
        <p:txBody>
          <a:bodyPr/>
          <a:lstStyle/>
          <a:p>
            <a:r>
              <a:rPr lang="en-US" dirty="0" err="1"/>
              <a:t>DBx</a:t>
            </a:r>
            <a:r>
              <a:rPr lang="en-US" dirty="0"/>
              <a:t> Migration Suite </a:t>
            </a:r>
          </a:p>
        </p:txBody>
      </p:sp>
    </p:spTree>
    <p:extLst>
      <p:ext uri="{BB962C8B-B14F-4D97-AF65-F5344CB8AC3E}">
        <p14:creationId xmlns:p14="http://schemas.microsoft.com/office/powerpoint/2010/main" val="705571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4def53c-905d-442a-ba22-72ae0f5bcf4f}" enabled="1" method="Standard" siteId="{6c637512-c417-4e78-9d62-b61258e4b61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DBx Migration Suite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Sunil Kumar</cp:lastModifiedBy>
  <cp:revision>8</cp:revision>
  <dcterms:created xsi:type="dcterms:W3CDTF">2013-01-27T09:14:16Z</dcterms:created>
  <dcterms:modified xsi:type="dcterms:W3CDTF">2026-03-24T14:25:27Z</dcterms:modified>
  <cp:category/>
</cp:coreProperties>
</file>