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56032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Architecture Update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5B4FC"/>
                </a:solidFill>
              </a:rPr>
              <a:t>SQL → Databricks Migration Studio  |  Structural Refactoring &amp; Code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2,710 → 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app.py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11K → 3.8K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index.html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Blueprint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API 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Static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Persistence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01752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/api/v1/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3101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</a:rPr>
              <a:t>Versioned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5B4FC"/>
                </a:solidFill>
              </a:rPr>
              <a:t>Architecture Review Issues Addressed: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519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51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#7  Split monolithic app.py into Blueprints (routes/auth.py, routes/convert.py, etc.)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0799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079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#8  Split single-file index.html into separate CSS/JS static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6402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76402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#9  Add SQLite persistence layer for in-memory state (MIGRATION_JOBS, _DM_MODELS)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2005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0200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#10 API versioning — all routes under /api/v1/* with backward-compat redirects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27608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27608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#11 Project cleanup — removed backups, duplicates, organized test 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2179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April 2026  •  Migration Studio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Architecture Refactoring  —  Before vs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5669280" cy="27432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BEFORE  —  Monolithic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029200" cy="27432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C62828"/>
                </a:solidFill>
              </a:rPr>
              <a:t>app.py  —  2,710 lines  •  ~100 routes  •  all logic in one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Authentication +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Page serving (index, help, bom)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SP Converter +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Databricks / Unity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Source DB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Data Migration +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Medallion notebook 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Self-Healing 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Workflow Manager (25+ routes)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Scheduler (CRON jobs)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Reports + Audit + DQ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Schema Compare + Recon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Settings + Deploy Infra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4663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700" b="0">
                <a:solidFill>
                  <a:srgbClr val="333333"/>
                </a:solidFill>
              </a:rPr>
              <a:t>  Data Modeling (AI)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5029200" cy="27432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C62828"/>
                </a:solidFill>
              </a:rPr>
              <a:t>index.html  —  11,548 lines  •  CSS + JS all inline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666666"/>
                </a:solidFill>
              </a:rPr>
              <a:t>Lines 10–1,316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4343400"/>
            <a:ext cx="297180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1,306 lines of inline CSS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44568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666666"/>
                </a:solidFill>
              </a:rPr>
              <a:t>Lines 5,050–9,243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4544568"/>
            <a:ext cx="297180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4,193 lines of main JavaScript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45736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666666"/>
                </a:solidFill>
              </a:rPr>
              <a:t>Lines 9,246–9,298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4745736"/>
            <a:ext cx="297180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52 lines of diagnostic/charts 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46904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666666"/>
                </a:solidFill>
              </a:rPr>
              <a:t>Lines 9,304–11,275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4946904"/>
            <a:ext cx="297180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1,971 lines of reports 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48072"/>
            <a:ext cx="164592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666666"/>
                </a:solidFill>
              </a:rPr>
              <a:t>Lines 11,309–11,545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5148072"/>
            <a:ext cx="2971800" cy="18288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215 lines of supplementary CSS + 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94960"/>
            <a:ext cx="5029200" cy="219456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Problems: Untestable • Merge conflicts • No versioning • State lost on restart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3200400"/>
            <a:ext cx="347472" cy="0"/>
          </a:xfrm>
          <a:prstGeom prst="line">
            <a:avLst/>
          </a:prstGeom>
          <a:ln w="25400">
            <a:solidFill>
              <a:srgbClr val="0D4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6272784" y="3145536"/>
            <a:ext cx="128016" cy="109728"/>
          </a:xfrm>
          <a:prstGeom prst="triangl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2834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47A1"/>
                </a:solidFill>
              </a:rPr>
              <a:t>Refactor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640080"/>
            <a:ext cx="5577840" cy="2743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AFTER  —  Blueprint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1051560"/>
            <a:ext cx="5120640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2E7D32"/>
                </a:solidFill>
              </a:rPr>
              <a:t>app.py  —  75 lines  •  imports + registers 14 blueprints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417320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auth.py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1417320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Login, logout, /api/v1/auth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618488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pages.py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1618488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/, /help, /bom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1819656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convert.py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1819656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SP/View/UDF conversion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2020824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databricks.py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2020824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Test conn, upload, UC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2221992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source.py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2221992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Source DB connection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2423160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migrate.py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2423160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Data migration + jobs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2624328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medallion.py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18120" y="2624328"/>
            <a:ext cx="137160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Notebook generation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81160" y="1417320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healer.py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24160" y="1417320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Self-healing 15+ routes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81160" y="1618488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workflow.py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24160" y="1618488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Pipelines, jobs, runs, 25+ routes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1819656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scheduler.py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24160" y="1819656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CRON schedules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81160" y="2020824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reports.py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24160" y="2020824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Email, audit, DQ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81160" y="2221992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schema.py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24160" y="2221992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Schema compare + recon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81160" y="2423160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settings.py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24160" y="2423160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Deploy config + infra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81160" y="2624328"/>
            <a:ext cx="109728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03F9F"/>
                </a:solidFill>
              </a:rPr>
              <a:t>datamodel.py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424160" y="2624328"/>
            <a:ext cx="1234440" cy="18288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AI data modeling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0" y="2926080"/>
            <a:ext cx="5120640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2E7D32"/>
                </a:solidFill>
              </a:rPr>
              <a:t>index.html  →  3,790 lines  +  6 external static files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29400" y="3200400"/>
            <a:ext cx="804672" cy="18288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main.css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9400" y="3401568"/>
            <a:ext cx="804672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1,235 lines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79792" y="3200400"/>
            <a:ext cx="804672" cy="18288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main.js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79792" y="3401568"/>
            <a:ext cx="804672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3,949 lines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30184" y="3200400"/>
            <a:ext cx="804672" cy="18288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charts.js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30184" y="3401568"/>
            <a:ext cx="804672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49 lines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80576" y="3200400"/>
            <a:ext cx="804672" cy="18288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reports.js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0576" y="3401568"/>
            <a:ext cx="804672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1,806 lines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30968" y="3200400"/>
            <a:ext cx="804672" cy="18288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supplementary.css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030968" y="3401568"/>
            <a:ext cx="804672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12 lines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881360" y="3200400"/>
            <a:ext cx="804672" cy="182880"/>
          </a:xfrm>
          <a:prstGeom prst="roundRect">
            <a:avLst>
              <a:gd name="adj" fmla="val 8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supplementary.js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881360" y="3401568"/>
            <a:ext cx="804672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0">
                <a:solidFill>
                  <a:srgbClr val="333333"/>
                </a:solidFill>
              </a:rPr>
              <a:t>203 lines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83680" y="3794760"/>
            <a:ext cx="2468880" cy="23774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SQLite Persistence (persistence.py)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0" y="4050792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WAL journal mode for concurrency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Thread-local DB connections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Stores MIGRATION_JOBS + _DM_MODELS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init_db() called at app startup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89720" y="3794760"/>
            <a:ext cx="2468880" cy="237744"/>
          </a:xfrm>
          <a:prstGeom prst="roundRect">
            <a:avLst>
              <a:gd name="adj" fmla="val 8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API Versioning (/api/v1/)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89720" y="4050792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All 110 routes under /api/v1/ prefix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Backward-compat redirect /api/* → /api/v1/*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HTTP 307 preserves request method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124 frontend fetch() calls updated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83680" y="4663440"/>
            <a:ext cx="5120640" cy="21945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Benefits: Testable • No merge conflicts • Versioned API • Persistent state • Clean separation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Architecture Update v1.0  |  Issues #7–#11  |  app.py 2,710→75 lines  |  index.html 11,548→3,790 lines  |  14 Blueprints  |  110 Routes  |  SQLite Persistence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Clean Project Structure  —  After Refactoring &amp; Cleanup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4114800" cy="25603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📁 Project File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96012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MigrationtoDBXAssetBundle/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8356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├── .gitignore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20700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├── databricks.yml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33045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├── requirements.txt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45389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├── docs/                              # Presentations &amp;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57734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├── resources/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70078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│   └── migration_jobs.yml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82422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├── src/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94767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│   ├── notebooks/                     # 9 Databricks notebooks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07111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│   └── sql/init_metadata_tables.sql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219456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└── migration_utility/                 # Flask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231800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app.py                         # 75-line orchestrator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44144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persistence.py                 # SQLite state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56489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__init__.py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68833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routes/                        # 14 blueprint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281178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__init__.py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293522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auth.py        pages.py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05866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convert.py     databricks.py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318211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source.py      migrate.py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330555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medallion.py   healer.py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342900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workflow.py    scheduler.py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355244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reports.py     schema.py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367588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└── settings.py    datamodel.py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379933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static/                        # 6 extracted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392277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main.css       main.js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404622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charts.js      reports.js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16966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supplementary.css / .js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429310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└── InsightLogo.bmp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441655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templates/                     # 4 HTML pages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453999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index.html     login.html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466344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├── help.html      bom.html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478688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tests/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491032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│   └── test_data_modeling.py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503377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# Core modules: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515721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sp_converter.py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" y="528066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stored_procedures.py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" y="540410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databricks_connector.py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" y="552754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unity_catalog_executor.py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" y="565099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data_migrator.py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577443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data_modeling.py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8600" y="589788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medallion_notebooks.py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" y="602132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metadata_notebooks.py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" y="6144768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self_healing_bot.py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" y="6268212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workflow_manager.py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" y="6391656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AutoInfraCreation.py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" y="6515100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├── generate_ppt.py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" y="6638544"/>
            <a:ext cx="4023360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    └── generate_ppt_v2.py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60" y="640080"/>
            <a:ext cx="356616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🗑️ Files Removed (13 items)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80560" y="960120"/>
            <a:ext cx="3566160" cy="20116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Backup Python Files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80560" y="1179576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app_monolith_backup.py  (2,710 lines)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0560" y="1353312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sp_converter_backup.py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0560" y="1527048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_debug_extract.py  (empty file)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60" y="1773936"/>
            <a:ext cx="3566160" cy="20116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Backup HTML Templates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80560" y="1993392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index_backup.html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0560" y="2167128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index_pre_redesign.html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80560" y="2340864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index_pre_static_split.html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80560" y="2587752"/>
            <a:ext cx="3566160" cy="201168"/>
          </a:xfrm>
          <a:prstGeom prst="roundRect">
            <a:avLst>
              <a:gd name="adj" fmla="val 8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Duplicate Presentations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80560" y="2807208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DMToolKit - Copy.pptx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80560" y="2980944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Ref_Architecture - Copy.pptx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80560" y="3154680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Sqltodaatbrciks - Copy.pptx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80560" y="3328416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~$Sqltodaatbrciks.pptx  (Office temp)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80560" y="3575304"/>
            <a:ext cx="3566160" cy="201168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Runtime Artifacts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80560" y="3794760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schema_compare_results.json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80560" y="3968496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__pycache__/  (31 .pyc files)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80560" y="4142232"/>
            <a:ext cx="356616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  ✕  .pytest_cache/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75320" y="64008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📋 Updated .gitignore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75320" y="96012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18320" y="96012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__pycache__/  •  *.pyc, *.pyo  •  .pytest_cache/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75320" y="114300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18320" y="114300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.venv/  •  .env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75320" y="132588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IDE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18320" y="132588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.idea/  •  .vscode/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75320" y="150876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OS / Office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18320" y="150876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~$*  •  Thumbs.db  •  .DS_Store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75320" y="169164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Sensitive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418320" y="169164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deployconfig.json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75320" y="187452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Runtime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418320" y="187452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migration_state.db*  •  schema_compare_results.json  •  job_schedules.json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75320" y="2057400"/>
            <a:ext cx="1097280" cy="16459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FFFFFF"/>
                </a:solidFill>
              </a:rPr>
              <a:t>Databricks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18320" y="2057400"/>
            <a:ext cx="256032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.databricks/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75320" y="2377440"/>
            <a:ext cx="3749039" cy="256032"/>
          </a:xfrm>
          <a:prstGeom prst="roundRect">
            <a:avLst>
              <a:gd name="adj" fmla="val 8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📊 Refactoring Summary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75320" y="268833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app.py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372600" y="268833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2,710 → 75 lines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652760" y="268833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2E7D32"/>
                </a:solidFill>
              </a:rPr>
              <a:t>97% reduction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75320" y="287121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index.html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372600" y="287121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11,548 → 3,790 lines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652760" y="287121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2E7D32"/>
                </a:solidFill>
              </a:rPr>
              <a:t>67% reduction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275320" y="305409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Blueprint files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372600" y="305409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0 → 14 modules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652760" y="305409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03F9F"/>
                </a:solidFill>
              </a:rPr>
              <a:t>routes/*.py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75320" y="323697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Static files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372600" y="323697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0 → 6 files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652760" y="323697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009688"/>
                </a:solidFill>
              </a:rPr>
              <a:t>CSS + JS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75320" y="341985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Persistence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372600" y="341985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In-memory dicts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652760" y="341985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1565C0"/>
                </a:solidFill>
              </a:rPr>
              <a:t>SQLite WAL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75320" y="360273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API versioning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372600" y="360273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None (/api/*)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652760" y="360273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FF8F00"/>
                </a:solidFill>
              </a:rPr>
              <a:t>/api/v1/*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275320" y="378561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Registered routes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372600" y="378561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~100 (inline)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652760" y="378561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7B1FA2"/>
                </a:solidFill>
              </a:rPr>
              <a:t>110 (blueprints)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275320" y="396849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Test structure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72600" y="396849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Root-level file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652760" y="396849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E65100"/>
                </a:solidFill>
              </a:rPr>
              <a:t>tests/ directory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75320" y="4151376"/>
            <a:ext cx="109728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Files removed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372600" y="4151376"/>
            <a:ext cx="128016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666666"/>
                </a:solidFill>
              </a:rPr>
              <a:t>13 files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652760" y="4151376"/>
            <a:ext cx="1371600" cy="173736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C62828"/>
                </a:solidFill>
              </a:rPr>
              <a:t>Backups + dupes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Architecture Update v1.0  |  Project Cleanup  |  13 files removed  |  .gitignore hardened  |  tests/ structured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